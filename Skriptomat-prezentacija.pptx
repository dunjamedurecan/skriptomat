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459963-3394-24C6-E678-50C9404099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52F29-1BB2-E77F-7265-FF2AEB0E73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04392-B0C1-4195-85D5-BC743289C2B0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F7311-F743-0C1A-C09A-3DDABD487F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13590-492D-14FA-BC0B-D69FB2CD5E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C1E8-CC0D-4385-860E-7A146B00D35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750267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ACFD04-3B8B-4633-A73B-BB685C2E3BCF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4862A-5DCB-40CD-9D50-6926AD7503F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414801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B8BCAD5-8BE5-441C-A570-50D24FC58C79}" type="datetime1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6490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9500-A947-4F08-9A46-B99FB5A4DACD}" type="datetime1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44584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EB32-00C9-45E6-BD20-BDDFC9CB5CCC}" type="datetime1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8807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F6039-630C-4CB1-9B4C-99824FB6D62B}" type="datetime1">
              <a:rPr lang="hr-HR" smtClean="0"/>
              <a:t>23.01.2026.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60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F4F3-5F5E-46C0-90E2-BDAE6466881A}" type="datetime1">
              <a:rPr lang="hr-HR" smtClean="0"/>
              <a:t>23.01.2026.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6881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0B187-590F-43F1-91F6-CC8B28CFF4C7}" type="datetime1">
              <a:rPr lang="hr-HR" smtClean="0"/>
              <a:t>23.01.2026.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6263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DD475-52A2-4BE9-952A-B6F2B053051B}" type="datetime1">
              <a:rPr lang="hr-HR" smtClean="0"/>
              <a:t>23.01.2026.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9942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06964-FEB4-458D-B4CE-532708DBDD8F}" type="datetime1">
              <a:rPr lang="hr-HR" smtClean="0"/>
              <a:t>23.01.2026.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1868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018C3-0BF8-4593-BF91-D61E3462664E}" type="datetime1">
              <a:rPr lang="hr-HR" smtClean="0"/>
              <a:t>23.01.2026.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204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F2E3-D03F-4C6B-ADBB-303481549B31}" type="datetime1">
              <a:rPr lang="hr-HR" smtClean="0"/>
              <a:t>23.01.2026.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8844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DACFC-34E4-437A-83E5-51A88E6C4EE5}" type="datetime1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71541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39E66-95C2-4DF7-91F5-17116048CF41}" type="datetime1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704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1273-CC7E-4448-A129-A650367F05D7}" type="datetime1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39884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8A43-0E51-4B56-87D6-8921D5C5B287}" type="datetime1">
              <a:rPr lang="hr-HR" smtClean="0"/>
              <a:t>23.01.2026.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19551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5545-D8A0-4B47-8E85-D9F6AEAE83B5}" type="datetime1">
              <a:rPr lang="hr-HR" smtClean="0"/>
              <a:t>23.01.2026.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0304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2F7DBF-72E2-4A17-BAF4-C891F02D0C47}" type="datetime1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04009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09EAE24-9C0C-453D-AEEF-608A70D7EA03}" type="datetime1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2657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ABAC97A-D90C-4E88-B350-BF53C5D66D4C}" type="datetime1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hr-H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D6187B5-5875-408B-915F-E3D6FE3AE3D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00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3BB61-42CF-0ABC-0F43-3D2E7C2B73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Skriptomat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7A66B-EE45-516D-6BD8-6730BB27E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TG01.1 - </a:t>
            </a: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Jedanmanje</a:t>
            </a:r>
          </a:p>
          <a:p>
            <a:r>
              <a:rPr lang="hr-H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Ak.god 2025./2026.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FEEA5-47F3-540A-601C-F898BE725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844" y="1457171"/>
            <a:ext cx="978794" cy="4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23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C759-80F7-AF21-FA13-C41E0A60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Sadržaj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534B9-1DA7-42D3-FE9F-79FD279F6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Opis zadatka</a:t>
            </a:r>
          </a:p>
          <a:p>
            <a:r>
              <a:rPr lang="hr-HR" dirty="0"/>
              <a:t>Cilj</a:t>
            </a:r>
          </a:p>
          <a:p>
            <a:r>
              <a:rPr lang="hr-HR" dirty="0"/>
              <a:t>Pregled zahtjeva</a:t>
            </a:r>
          </a:p>
          <a:p>
            <a:r>
              <a:rPr lang="hr-HR" dirty="0"/>
              <a:t>Korišteni alati i tehnologije</a:t>
            </a:r>
          </a:p>
          <a:p>
            <a:r>
              <a:rPr lang="hr-HR" dirty="0"/>
              <a:t>Arhitektura</a:t>
            </a:r>
          </a:p>
          <a:p>
            <a:r>
              <a:rPr lang="hr-HR" dirty="0"/>
              <a:t>Tim</a:t>
            </a:r>
          </a:p>
          <a:p>
            <a:r>
              <a:rPr lang="hr-HR" dirty="0"/>
              <a:t>Iskustva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67288-F092-4895-BDEB-3ECB9499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77160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8E6C-51CD-9994-54B3-3F9FBA0B9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Opis zadatka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4A0E5-416B-9E87-FFBD-B83DE619E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Trenutno – korištenje raznih društvenih mreža za dolazak do bilješki</a:t>
            </a:r>
          </a:p>
          <a:p>
            <a:r>
              <a:rPr lang="hr-HR" dirty="0"/>
              <a:t>Neučinkovito i kaotično</a:t>
            </a:r>
          </a:p>
          <a:p>
            <a:r>
              <a:rPr lang="hr-HR" dirty="0"/>
              <a:t>Gubitak vremena</a:t>
            </a:r>
          </a:p>
          <a:p>
            <a:r>
              <a:rPr lang="hr-HR" dirty="0"/>
              <a:t>Skriptomat – dijeljenje vlastitih bilješki s predavanja za studente</a:t>
            </a:r>
          </a:p>
          <a:p>
            <a:r>
              <a:rPr lang="hr-HR" dirty="0"/>
              <a:t>Sve informacije na jednom mjestu</a:t>
            </a:r>
          </a:p>
          <a:p>
            <a:r>
              <a:rPr lang="hr-HR" dirty="0"/>
              <a:t>Ušteda vremena</a:t>
            </a:r>
          </a:p>
          <a:p>
            <a:r>
              <a:rPr lang="hr-HR" dirty="0"/>
              <a:t>Provjerene informacije</a:t>
            </a:r>
          </a:p>
          <a:p>
            <a:r>
              <a:rPr lang="hr-HR" dirty="0"/>
              <a:t>Suradnja među studentima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BD69B-C846-CE28-670C-5A0BFC5D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6144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0F81-AB25-434C-9840-7402F0EE3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Cilj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A70A0-F7FE-48F7-1598-D4F4FD3F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Jedna aplikacija u kojoj se dijele bilješke s predavanja</a:t>
            </a:r>
          </a:p>
          <a:p>
            <a:r>
              <a:rPr lang="hr-HR" dirty="0"/>
              <a:t>Mogućnost pregledavanja i dodavanja vlastitih materijala</a:t>
            </a:r>
          </a:p>
          <a:p>
            <a:r>
              <a:rPr lang="hr-HR" dirty="0"/>
              <a:t>Ostavljanje komentara i recenzija</a:t>
            </a:r>
          </a:p>
          <a:p>
            <a:r>
              <a:rPr lang="hr-HR" dirty="0"/>
              <a:t>Moderatori – pregledavanje i određivanje prikladnosti materijala</a:t>
            </a:r>
          </a:p>
          <a:p>
            <a:r>
              <a:rPr lang="hr-HR" dirty="0"/>
              <a:t>„Buy me a coffee”</a:t>
            </a:r>
          </a:p>
          <a:p>
            <a:r>
              <a:rPr lang="hr-HR" dirty="0"/>
              <a:t>Olakšavanje procesa traženja kvalitetnih materijala za učenje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7B52A-C952-480D-C32A-8F6C2D65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3708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61EA-9B19-D398-0611-8F92280B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Funkcijski zahtjevi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71FB5-3AD4-EC10-2A43-6075185CF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4033784"/>
          </a:xfrm>
        </p:spPr>
        <p:txBody>
          <a:bodyPr>
            <a:normAutofit fontScale="92500" lnSpcReduction="10000"/>
          </a:bodyPr>
          <a:lstStyle/>
          <a:p>
            <a:r>
              <a:rPr lang="hr-HR" b="1" dirty="0"/>
              <a:t>Administratori</a:t>
            </a:r>
            <a:r>
              <a:rPr lang="hr-HR" dirty="0"/>
              <a:t> : </a:t>
            </a:r>
            <a:r>
              <a:rPr lang="hr-HR" dirty="0">
                <a:ea typeface="+mn-lt"/>
                <a:cs typeface="+mn-lt"/>
              </a:rPr>
              <a:t>odobravanje novih moderatora, uklanjanje i uređivanje objava, upozoravanje i uklanjanje korisnika</a:t>
            </a:r>
          </a:p>
          <a:p>
            <a:r>
              <a:rPr lang="hr-HR" b="1" dirty="0"/>
              <a:t>Moderatori</a:t>
            </a:r>
            <a:r>
              <a:rPr lang="hr-HR" dirty="0"/>
              <a:t> : </a:t>
            </a:r>
            <a:r>
              <a:rPr lang="hr-HR" dirty="0">
                <a:ea typeface="+mn-lt"/>
                <a:cs typeface="+mn-lt"/>
              </a:rPr>
              <a:t>provjera validnosti objavljenih materijala – prikladnost, primjerenost, pogreške, ukazuju administratoru što ukloniti</a:t>
            </a:r>
          </a:p>
          <a:p>
            <a:r>
              <a:rPr lang="hr-HR" b="1" dirty="0">
                <a:ea typeface="+mn-lt"/>
                <a:cs typeface="+mn-lt"/>
              </a:rPr>
              <a:t>Regularni korisnici </a:t>
            </a:r>
            <a:r>
              <a:rPr lang="hr-HR" dirty="0">
                <a:ea typeface="+mn-lt"/>
                <a:cs typeface="+mn-lt"/>
              </a:rPr>
              <a:t>: objava materijala, recenziranje i ocjenjivanje materijala, slanje donacija, razgovor u web chatu</a:t>
            </a:r>
            <a:endParaRPr lang="hr-HR" dirty="0"/>
          </a:p>
          <a:p>
            <a:r>
              <a:rPr lang="hr-HR" dirty="0"/>
              <a:t>Materijali u </a:t>
            </a:r>
            <a:r>
              <a:rPr lang="hr-HR" b="1" dirty="0"/>
              <a:t>pdf</a:t>
            </a:r>
            <a:r>
              <a:rPr lang="hr-HR" dirty="0"/>
              <a:t> formatu</a:t>
            </a:r>
          </a:p>
          <a:p>
            <a:r>
              <a:rPr lang="hr-HR" b="1" dirty="0"/>
              <a:t>Recenzije</a:t>
            </a:r>
            <a:r>
              <a:rPr lang="hr-HR" dirty="0"/>
              <a:t> – komentari, „</a:t>
            </a:r>
            <a:r>
              <a:rPr lang="hr-HR" b="1" dirty="0"/>
              <a:t>upvote/downvote</a:t>
            </a:r>
            <a:r>
              <a:rPr lang="hr-HR" dirty="0"/>
              <a:t>” ocjene</a:t>
            </a:r>
          </a:p>
          <a:p>
            <a:r>
              <a:rPr lang="hr-HR" dirty="0"/>
              <a:t>Chat - glavna svrha razgovor moderatora i korisnika o </a:t>
            </a:r>
            <a:r>
              <a:rPr lang="hr-HR" b="1" dirty="0"/>
              <a:t>odobrenju</a:t>
            </a:r>
            <a:r>
              <a:rPr lang="hr-HR" dirty="0"/>
              <a:t>/</a:t>
            </a:r>
            <a:r>
              <a:rPr lang="hr-HR" b="1" dirty="0"/>
              <a:t>neodobrenju </a:t>
            </a:r>
            <a:r>
              <a:rPr lang="hr-HR" dirty="0"/>
              <a:t>materijala</a:t>
            </a:r>
          </a:p>
          <a:p>
            <a:r>
              <a:rPr lang="hr-HR" dirty="0"/>
              <a:t>„</a:t>
            </a:r>
            <a:r>
              <a:rPr lang="hr-HR" b="1" dirty="0"/>
              <a:t>Buy me a coffee</a:t>
            </a:r>
            <a:r>
              <a:rPr lang="hr-HR" dirty="0"/>
              <a:t>”</a:t>
            </a:r>
          </a:p>
          <a:p>
            <a:r>
              <a:rPr lang="hr-HR" b="1" dirty="0"/>
              <a:t>Obavijesti</a:t>
            </a:r>
            <a:r>
              <a:rPr lang="hr-HR" dirty="0"/>
              <a:t> – dolaze korisniku mailom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30B53-C8E5-4AC8-CB67-ABCDD938A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70157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E007-2730-F78A-66B1-5D27541F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Nefunkcijski zahtjevi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12D13-7F6D-8636-640D-1A7D9DD6C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Upload mataerijala unutar max 2 min</a:t>
            </a:r>
          </a:p>
          <a:p>
            <a:r>
              <a:rPr lang="hr-HR" dirty="0"/>
              <a:t>Veličina pdf datoteke ne veća od 50 MB</a:t>
            </a:r>
          </a:p>
          <a:p>
            <a:r>
              <a:rPr lang="hr-HR" dirty="0"/>
              <a:t>Prijava OAuth 2.0</a:t>
            </a:r>
          </a:p>
          <a:p>
            <a:r>
              <a:rPr lang="hr-HR" dirty="0"/>
              <a:t>HTTPS – prijenos podataka</a:t>
            </a:r>
          </a:p>
          <a:p>
            <a:r>
              <a:rPr lang="hr-HR" dirty="0"/>
              <a:t>Jednostavnost korištenja i mogućnost nadogradnje</a:t>
            </a:r>
          </a:p>
          <a:p>
            <a:r>
              <a:rPr lang="hr-HR" dirty="0"/>
              <a:t>cjelodnevno dostupna platforma, iznimno nedostupna za vrijeme održavanja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6B935-837E-7EEE-800D-6E57CBCB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00053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539B-8B14-DE27-EF6F-7C9E1EF9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UML dijagram obrazaca uporabe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B04D7C7-AEF5-8EDD-3502-C5151BEBD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36" y="2337403"/>
            <a:ext cx="5248158" cy="3972961"/>
          </a:xfr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99A6024-3015-DCF7-098A-EF9FFA78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7</a:t>
            </a:fld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A317D8E-B8CB-E6DA-A768-7BF3C8661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270" y="2337403"/>
            <a:ext cx="4630834" cy="397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94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C7DD9-8E0F-3327-1778-024CB9B7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Korišteni alati i tehnologije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F816B-63FF-4241-C724-B26C80D96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Frontend: React</a:t>
            </a:r>
          </a:p>
          <a:p>
            <a:r>
              <a:rPr lang="hr-HR" dirty="0"/>
              <a:t>Backend: Django</a:t>
            </a:r>
          </a:p>
          <a:p>
            <a:r>
              <a:rPr lang="hr-HR" dirty="0"/>
              <a:t>Baza podataka: PostgreSQL</a:t>
            </a:r>
          </a:p>
          <a:p>
            <a:r>
              <a:rPr lang="hr-HR" dirty="0"/>
              <a:t>Cloud : Render, Vercel, Supabase, Firebase</a:t>
            </a:r>
          </a:p>
          <a:p>
            <a:pPr marL="0" indent="0">
              <a:buNone/>
            </a:pP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763A2-D7D7-D735-BB00-7AA2E1FC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77740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C251E-E3F0-5047-8BA4-119D408F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Arhitektura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7E79F1-67D2-65FF-85D8-EBF91D239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36" y="2603499"/>
            <a:ext cx="8876071" cy="360638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65159-C4A3-2B7E-43E4-9DD8DB65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1196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C21A-5506-4A16-9A1D-2D8E4DB3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552BE-5C3B-72A1-3363-CE172EE52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Voditeljica : Leonarda Laušić</a:t>
            </a:r>
          </a:p>
          <a:p>
            <a:r>
              <a:rPr lang="hr-HR" dirty="0"/>
              <a:t>Dunja Međurečan</a:t>
            </a:r>
          </a:p>
          <a:p>
            <a:r>
              <a:rPr lang="hr-HR" dirty="0"/>
              <a:t>Lorena Pratljačić </a:t>
            </a:r>
          </a:p>
          <a:p>
            <a:r>
              <a:rPr lang="hr-HR" dirty="0"/>
              <a:t>Daniela Jovanović</a:t>
            </a:r>
          </a:p>
          <a:p>
            <a:r>
              <a:rPr lang="hr-HR" dirty="0"/>
              <a:t>Jakov Miličić</a:t>
            </a:r>
          </a:p>
          <a:p>
            <a:r>
              <a:rPr lang="hr-HR" dirty="0"/>
              <a:t>Mihael Smud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C98D7-C0C3-81DC-4BF5-619E8C026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214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0754-8BDC-7855-886E-A9E958A3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Iskustva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4DCC-D499-632D-B316-62F2D3B17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r-HR" dirty="0"/>
              <a:t>Mnogi izazovi – tehički</a:t>
            </a:r>
          </a:p>
          <a:p>
            <a:r>
              <a:rPr lang="hr-HR" dirty="0"/>
              <a:t>Najveći izazovi - učenje i snalaženje u različitim tehnologijama, usklađivanje vremena potrebnog za izradu projekta s ostalim obavezama</a:t>
            </a:r>
          </a:p>
          <a:p>
            <a:r>
              <a:rPr lang="hr-HR" dirty="0"/>
              <a:t>Naučili smo se dobro organizirati i komunicirati</a:t>
            </a:r>
          </a:p>
          <a:p>
            <a:r>
              <a:rPr lang="hr-HR" dirty="0"/>
              <a:t>Stekli smo znanja o Reactu, Djangu i ostalim tehnologijama koje su se koristile za izradu ovog projekta</a:t>
            </a:r>
          </a:p>
          <a:p>
            <a:r>
              <a:rPr lang="hr-HR" dirty="0"/>
              <a:t>Problemi: preuzimanje skripti, plaćanje PayPalom, integracija chata, dolazak obavijesti</a:t>
            </a:r>
          </a:p>
          <a:p>
            <a:r>
              <a:rPr lang="hr-HR" dirty="0"/>
              <a:t>Rješenja: uz puno truda </a:t>
            </a:r>
            <a:r>
              <a:rPr lang="hr-HR" dirty="0">
                <a:sym typeface="Wingdings" panose="05000000000000000000" pitchFamily="2" charset="2"/>
              </a:rPr>
              <a:t></a:t>
            </a:r>
          </a:p>
          <a:p>
            <a:r>
              <a:rPr lang="hr-HR" dirty="0">
                <a:sym typeface="Wingdings" panose="05000000000000000000" pitchFamily="2" charset="2"/>
              </a:rPr>
              <a:t>Nadogradnja: </a:t>
            </a:r>
            <a:r>
              <a:rPr lang="hr-HR" dirty="0"/>
              <a:t>dodatni formati bilješki, dodavanje fakultetau drugim državama povezanih s fakultetima u Htvatskoj putem projekata (Erasmus...)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96679-2853-17B9-818D-B9EB4A65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87B5-5875-408B-915F-E3D6FE3AE3DA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93422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49</TotalTime>
  <Words>370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Century Gothic</vt:lpstr>
      <vt:lpstr>Times New Roman</vt:lpstr>
      <vt:lpstr>Wingdings</vt:lpstr>
      <vt:lpstr>Wingdings 3</vt:lpstr>
      <vt:lpstr>Ion Boardroom</vt:lpstr>
      <vt:lpstr>Skriptomat</vt:lpstr>
      <vt:lpstr>Sadržaj</vt:lpstr>
      <vt:lpstr>Opis zadatka</vt:lpstr>
      <vt:lpstr>Cilj</vt:lpstr>
      <vt:lpstr>Funkcijski zahtjevi</vt:lpstr>
      <vt:lpstr>Nefunkcijski zahtjevi</vt:lpstr>
      <vt:lpstr>UML dijagram obrazaca uporabe</vt:lpstr>
      <vt:lpstr>Korišteni alati i tehnologije</vt:lpstr>
      <vt:lpstr>Arhitektura</vt:lpstr>
      <vt:lpstr>Tim</vt:lpstr>
      <vt:lpstr>Iskustva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Leonarda Laušić</dc:creator>
  <cp:lastModifiedBy>Leonarda Laušić</cp:lastModifiedBy>
  <cp:revision>17</cp:revision>
  <dcterms:created xsi:type="dcterms:W3CDTF">2026-01-23T18:12:35Z</dcterms:created>
  <dcterms:modified xsi:type="dcterms:W3CDTF">2026-01-23T19:02:04Z</dcterms:modified>
</cp:coreProperties>
</file>